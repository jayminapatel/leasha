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 is on schedule for the March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Long-lead valve delivery remains the critical path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